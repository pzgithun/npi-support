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D1494E-491F-4016-9C6D-2522D8961D52}" v="6" dt="2026-07-16T18:25:43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15" autoAdjust="0"/>
    <p:restoredTop sz="95024" autoAdjust="0"/>
  </p:normalViewPr>
  <p:slideViewPr>
    <p:cSldViewPr snapToGrid="0">
      <p:cViewPr varScale="1">
        <p:scale>
          <a:sx n="60" d="100"/>
          <a:sy n="60" d="100"/>
        </p:scale>
        <p:origin x="10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manyi, Peter" userId="b5628dcf-16a4-4a0d-8d1f-8f9c0cee21ab" providerId="ADAL" clId="{3A25B205-6477-4176-8222-48F14C3A819F}"/>
    <pc:docChg chg="undo custSel addSld delSld modSld">
      <pc:chgData name="Zimanyi, Peter" userId="b5628dcf-16a4-4a0d-8d1f-8f9c0cee21ab" providerId="ADAL" clId="{3A25B205-6477-4176-8222-48F14C3A819F}" dt="2026-07-16T18:56:25.733" v="1210" actId="1076"/>
      <pc:docMkLst>
        <pc:docMk/>
      </pc:docMkLst>
      <pc:sldChg chg="new del">
        <pc:chgData name="Zimanyi, Peter" userId="b5628dcf-16a4-4a0d-8d1f-8f9c0cee21ab" providerId="ADAL" clId="{3A25B205-6477-4176-8222-48F14C3A819F}" dt="2026-07-16T18:12:11.524" v="4" actId="47"/>
        <pc:sldMkLst>
          <pc:docMk/>
          <pc:sldMk cId="194654478" sldId="256"/>
        </pc:sldMkLst>
      </pc:sldChg>
      <pc:sldChg chg="new del">
        <pc:chgData name="Zimanyi, Peter" userId="b5628dcf-16a4-4a0d-8d1f-8f9c0cee21ab" providerId="ADAL" clId="{3A25B205-6477-4176-8222-48F14C3A819F}" dt="2026-07-16T18:12:10.839" v="3" actId="47"/>
        <pc:sldMkLst>
          <pc:docMk/>
          <pc:sldMk cId="886863806" sldId="257"/>
        </pc:sldMkLst>
      </pc:sldChg>
      <pc:sldChg chg="addSp delSp modSp new mod">
        <pc:chgData name="Zimanyi, Peter" userId="b5628dcf-16a4-4a0d-8d1f-8f9c0cee21ab" providerId="ADAL" clId="{3A25B205-6477-4176-8222-48F14C3A819F}" dt="2026-07-16T18:35:47.006" v="734" actId="255"/>
        <pc:sldMkLst>
          <pc:docMk/>
          <pc:sldMk cId="586003474" sldId="258"/>
        </pc:sldMkLst>
        <pc:spChg chg="add mod">
          <ac:chgData name="Zimanyi, Peter" userId="b5628dcf-16a4-4a0d-8d1f-8f9c0cee21ab" providerId="ADAL" clId="{3A25B205-6477-4176-8222-48F14C3A819F}" dt="2026-07-16T18:23:49.121" v="561" actId="1076"/>
          <ac:spMkLst>
            <pc:docMk/>
            <pc:sldMk cId="586003474" sldId="258"/>
            <ac:spMk id="8" creationId="{D534172A-1EBF-6E30-5631-961692EB2D8C}"/>
          </ac:spMkLst>
        </pc:spChg>
        <pc:spChg chg="add mod">
          <ac:chgData name="Zimanyi, Peter" userId="b5628dcf-16a4-4a0d-8d1f-8f9c0cee21ab" providerId="ADAL" clId="{3A25B205-6477-4176-8222-48F14C3A819F}" dt="2026-07-16T18:24:19.200" v="573" actId="1076"/>
          <ac:spMkLst>
            <pc:docMk/>
            <pc:sldMk cId="586003474" sldId="258"/>
            <ac:spMk id="10" creationId="{DC7519A2-E4BE-45E2-0420-627D70C377BC}"/>
          </ac:spMkLst>
        </pc:spChg>
        <pc:spChg chg="add mod">
          <ac:chgData name="Zimanyi, Peter" userId="b5628dcf-16a4-4a0d-8d1f-8f9c0cee21ab" providerId="ADAL" clId="{3A25B205-6477-4176-8222-48F14C3A819F}" dt="2026-07-16T18:35:47.006" v="734" actId="255"/>
          <ac:spMkLst>
            <pc:docMk/>
            <pc:sldMk cId="586003474" sldId="258"/>
            <ac:spMk id="12" creationId="{8D2B6710-DBD3-E590-1F17-0ECF1383E1FA}"/>
          </ac:spMkLst>
        </pc:spChg>
        <pc:spChg chg="add mod">
          <ac:chgData name="Zimanyi, Peter" userId="b5628dcf-16a4-4a0d-8d1f-8f9c0cee21ab" providerId="ADAL" clId="{3A25B205-6477-4176-8222-48F14C3A819F}" dt="2026-07-16T18:13:53.152" v="60" actId="20577"/>
          <ac:spMkLst>
            <pc:docMk/>
            <pc:sldMk cId="586003474" sldId="258"/>
            <ac:spMk id="17" creationId="{9C1D5A55-25ED-C14B-2BB9-6FA3D5FEED7A}"/>
          </ac:spMkLst>
        </pc:spChg>
        <pc:spChg chg="add mod">
          <ac:chgData name="Zimanyi, Peter" userId="b5628dcf-16a4-4a0d-8d1f-8f9c0cee21ab" providerId="ADAL" clId="{3A25B205-6477-4176-8222-48F14C3A819F}" dt="2026-07-16T18:23:43.486" v="559" actId="14100"/>
          <ac:spMkLst>
            <pc:docMk/>
            <pc:sldMk cId="586003474" sldId="258"/>
            <ac:spMk id="18" creationId="{BFE8962E-A4AD-C11B-53CB-AAFDC0B3E055}"/>
          </ac:spMkLst>
        </pc:spChg>
        <pc:spChg chg="add mod">
          <ac:chgData name="Zimanyi, Peter" userId="b5628dcf-16a4-4a0d-8d1f-8f9c0cee21ab" providerId="ADAL" clId="{3A25B205-6477-4176-8222-48F14C3A819F}" dt="2026-07-16T18:24:15.034" v="571" actId="14100"/>
          <ac:spMkLst>
            <pc:docMk/>
            <pc:sldMk cId="586003474" sldId="258"/>
            <ac:spMk id="20" creationId="{B138CDB5-5DAF-FEDF-46BC-50269DCE3F96}"/>
          </ac:spMkLst>
        </pc:spChg>
        <pc:spChg chg="add mod ord">
          <ac:chgData name="Zimanyi, Peter" userId="b5628dcf-16a4-4a0d-8d1f-8f9c0cee21ab" providerId="ADAL" clId="{3A25B205-6477-4176-8222-48F14C3A819F}" dt="2026-07-16T18:25:20.358" v="624" actId="166"/>
          <ac:spMkLst>
            <pc:docMk/>
            <pc:sldMk cId="586003474" sldId="258"/>
            <ac:spMk id="21" creationId="{8DEE1FE8-27E0-ECB2-E62C-27BA65D75BC0}"/>
          </ac:spMkLst>
        </pc:spChg>
        <pc:spChg chg="add mod">
          <ac:chgData name="Zimanyi, Peter" userId="b5628dcf-16a4-4a0d-8d1f-8f9c0cee21ab" providerId="ADAL" clId="{3A25B205-6477-4176-8222-48F14C3A819F}" dt="2026-07-16T18:23:27.766" v="529" actId="1076"/>
          <ac:spMkLst>
            <pc:docMk/>
            <pc:sldMk cId="586003474" sldId="258"/>
            <ac:spMk id="23" creationId="{228EF74C-91AF-685F-7DC3-460D15482C4B}"/>
          </ac:spMkLst>
        </pc:spChg>
        <pc:spChg chg="add mod">
          <ac:chgData name="Zimanyi, Peter" userId="b5628dcf-16a4-4a0d-8d1f-8f9c0cee21ab" providerId="ADAL" clId="{3A25B205-6477-4176-8222-48F14C3A819F}" dt="2026-07-16T18:24:17.476" v="572" actId="14100"/>
          <ac:spMkLst>
            <pc:docMk/>
            <pc:sldMk cId="586003474" sldId="258"/>
            <ac:spMk id="25" creationId="{473A32FA-0CF9-53D7-DD85-05600B638B75}"/>
          </ac:spMkLst>
        </pc:spChg>
        <pc:spChg chg="add mod">
          <ac:chgData name="Zimanyi, Peter" userId="b5628dcf-16a4-4a0d-8d1f-8f9c0cee21ab" providerId="ADAL" clId="{3A25B205-6477-4176-8222-48F14C3A819F}" dt="2026-07-16T18:18:41.717" v="281" actId="20577"/>
          <ac:spMkLst>
            <pc:docMk/>
            <pc:sldMk cId="586003474" sldId="258"/>
            <ac:spMk id="27" creationId="{EC08BEB5-AA2B-856F-C994-184F0D85CBC4}"/>
          </ac:spMkLst>
        </pc:spChg>
        <pc:spChg chg="add mod">
          <ac:chgData name="Zimanyi, Peter" userId="b5628dcf-16a4-4a0d-8d1f-8f9c0cee21ab" providerId="ADAL" clId="{3A25B205-6477-4176-8222-48F14C3A819F}" dt="2026-07-16T18:24:06.896" v="567" actId="14100"/>
          <ac:spMkLst>
            <pc:docMk/>
            <pc:sldMk cId="586003474" sldId="258"/>
            <ac:spMk id="29" creationId="{191599BB-28CA-30AA-1527-811EA2CA0FDE}"/>
          </ac:spMkLst>
        </pc:spChg>
        <pc:spChg chg="add del mod">
          <ac:chgData name="Zimanyi, Peter" userId="b5628dcf-16a4-4a0d-8d1f-8f9c0cee21ab" providerId="ADAL" clId="{3A25B205-6477-4176-8222-48F14C3A819F}" dt="2026-07-16T18:20:10.118" v="331" actId="478"/>
          <ac:spMkLst>
            <pc:docMk/>
            <pc:sldMk cId="586003474" sldId="258"/>
            <ac:spMk id="31" creationId="{268F7CEC-9D01-3D21-C839-D67C1F9EA786}"/>
          </ac:spMkLst>
        </pc:spChg>
        <pc:spChg chg="add mod">
          <ac:chgData name="Zimanyi, Peter" userId="b5628dcf-16a4-4a0d-8d1f-8f9c0cee21ab" providerId="ADAL" clId="{3A25B205-6477-4176-8222-48F14C3A819F}" dt="2026-07-16T18:26:07.590" v="650" actId="1076"/>
          <ac:spMkLst>
            <pc:docMk/>
            <pc:sldMk cId="586003474" sldId="258"/>
            <ac:spMk id="35" creationId="{A379D5D6-2FD4-E236-D733-DB487013236F}"/>
          </ac:spMkLst>
        </pc:spChg>
        <pc:spChg chg="add mod">
          <ac:chgData name="Zimanyi, Peter" userId="b5628dcf-16a4-4a0d-8d1f-8f9c0cee21ab" providerId="ADAL" clId="{3A25B205-6477-4176-8222-48F14C3A819F}" dt="2026-07-16T18:23:37.698" v="558" actId="1037"/>
          <ac:spMkLst>
            <pc:docMk/>
            <pc:sldMk cId="586003474" sldId="258"/>
            <ac:spMk id="37" creationId="{747EE414-A1CE-080D-E2D1-82CEC32B294B}"/>
          </ac:spMkLst>
        </pc:spChg>
        <pc:spChg chg="add mod ord">
          <ac:chgData name="Zimanyi, Peter" userId="b5628dcf-16a4-4a0d-8d1f-8f9c0cee21ab" providerId="ADAL" clId="{3A25B205-6477-4176-8222-48F14C3A819F}" dt="2026-07-16T18:26:05.502" v="649" actId="1076"/>
          <ac:spMkLst>
            <pc:docMk/>
            <pc:sldMk cId="586003474" sldId="258"/>
            <ac:spMk id="39" creationId="{0C047CDB-A1D0-5761-74A0-46A1F148B3C8}"/>
          </ac:spMkLst>
        </pc:spChg>
        <pc:spChg chg="add mod">
          <ac:chgData name="Zimanyi, Peter" userId="b5628dcf-16a4-4a0d-8d1f-8f9c0cee21ab" providerId="ADAL" clId="{3A25B205-6477-4176-8222-48F14C3A819F}" dt="2026-07-16T18:22:45.538" v="527" actId="20577"/>
          <ac:spMkLst>
            <pc:docMk/>
            <pc:sldMk cId="586003474" sldId="258"/>
            <ac:spMk id="41" creationId="{ADDB333F-F7ED-954B-A4A1-C2800284EFD4}"/>
          </ac:spMkLst>
        </pc:spChg>
        <pc:spChg chg="add mod">
          <ac:chgData name="Zimanyi, Peter" userId="b5628dcf-16a4-4a0d-8d1f-8f9c0cee21ab" providerId="ADAL" clId="{3A25B205-6477-4176-8222-48F14C3A819F}" dt="2026-07-16T18:24:26.567" v="580" actId="1076"/>
          <ac:spMkLst>
            <pc:docMk/>
            <pc:sldMk cId="586003474" sldId="258"/>
            <ac:spMk id="44" creationId="{8F168FA5-707E-F3DA-92E4-3B173BAB579F}"/>
          </ac:spMkLst>
        </pc:spChg>
        <pc:spChg chg="add mod">
          <ac:chgData name="Zimanyi, Peter" userId="b5628dcf-16a4-4a0d-8d1f-8f9c0cee21ab" providerId="ADAL" clId="{3A25B205-6477-4176-8222-48F14C3A819F}" dt="2026-07-16T18:24:54.015" v="618" actId="1076"/>
          <ac:spMkLst>
            <pc:docMk/>
            <pc:sldMk cId="586003474" sldId="258"/>
            <ac:spMk id="46" creationId="{36A8CE80-AD74-C065-E25A-105C8753DF1E}"/>
          </ac:spMkLst>
        </pc:spChg>
        <pc:spChg chg="add mod">
          <ac:chgData name="Zimanyi, Peter" userId="b5628dcf-16a4-4a0d-8d1f-8f9c0cee21ab" providerId="ADAL" clId="{3A25B205-6477-4176-8222-48F14C3A819F}" dt="2026-07-16T18:25:59.524" v="648" actId="14100"/>
          <ac:spMkLst>
            <pc:docMk/>
            <pc:sldMk cId="586003474" sldId="258"/>
            <ac:spMk id="48" creationId="{27FA7E5C-84F0-E70B-BB6D-451190450A73}"/>
          </ac:spMkLst>
        </pc:spChg>
        <pc:spChg chg="add del mod">
          <ac:chgData name="Zimanyi, Peter" userId="b5628dcf-16a4-4a0d-8d1f-8f9c0cee21ab" providerId="ADAL" clId="{3A25B205-6477-4176-8222-48F14C3A819F}" dt="2026-07-16T18:25:02.495" v="622" actId="478"/>
          <ac:spMkLst>
            <pc:docMk/>
            <pc:sldMk cId="586003474" sldId="258"/>
            <ac:spMk id="50" creationId="{B66D34DF-DB97-38F3-C893-762F952C1C7F}"/>
          </ac:spMkLst>
        </pc:spChg>
        <pc:spChg chg="add mod">
          <ac:chgData name="Zimanyi, Peter" userId="b5628dcf-16a4-4a0d-8d1f-8f9c0cee21ab" providerId="ADAL" clId="{3A25B205-6477-4176-8222-48F14C3A819F}" dt="2026-07-16T18:25:54.722" v="647" actId="14100"/>
          <ac:spMkLst>
            <pc:docMk/>
            <pc:sldMk cId="586003474" sldId="258"/>
            <ac:spMk id="52" creationId="{E1F915D0-B8ED-EF36-E2B5-076396D7C7E1}"/>
          </ac:spMkLst>
        </pc:spChg>
        <pc:spChg chg="add del mod">
          <ac:chgData name="Zimanyi, Peter" userId="b5628dcf-16a4-4a0d-8d1f-8f9c0cee21ab" providerId="ADAL" clId="{3A25B205-6477-4176-8222-48F14C3A819F}" dt="2026-07-16T18:29:16.295" v="655" actId="478"/>
          <ac:spMkLst>
            <pc:docMk/>
            <pc:sldMk cId="586003474" sldId="258"/>
            <ac:spMk id="55" creationId="{D2923297-EFDB-9072-BE65-CE773EA9410D}"/>
          </ac:spMkLst>
        </pc:spChg>
        <pc:cxnChg chg="add mod">
          <ac:chgData name="Zimanyi, Peter" userId="b5628dcf-16a4-4a0d-8d1f-8f9c0cee21ab" providerId="ADAL" clId="{3A25B205-6477-4176-8222-48F14C3A819F}" dt="2026-07-16T18:12:37.776" v="11" actId="1076"/>
          <ac:cxnSpMkLst>
            <pc:docMk/>
            <pc:sldMk cId="586003474" sldId="258"/>
            <ac:cxnSpMk id="3" creationId="{D3B05887-7C7B-B82D-C16C-2B9F62136DA4}"/>
          </ac:cxnSpMkLst>
        </pc:cxnChg>
        <pc:cxnChg chg="add mod">
          <ac:chgData name="Zimanyi, Peter" userId="b5628dcf-16a4-4a0d-8d1f-8f9c0cee21ab" providerId="ADAL" clId="{3A25B205-6477-4176-8222-48F14C3A819F}" dt="2026-07-16T18:23:03.279" v="528" actId="1076"/>
          <ac:cxnSpMkLst>
            <pc:docMk/>
            <pc:sldMk cId="586003474" sldId="258"/>
            <ac:cxnSpMk id="5" creationId="{F3702C7D-E022-2CE2-E758-2334E84233BB}"/>
          </ac:cxnSpMkLst>
        </pc:cxnChg>
        <pc:cxnChg chg="add mod">
          <ac:chgData name="Zimanyi, Peter" userId="b5628dcf-16a4-4a0d-8d1f-8f9c0cee21ab" providerId="ADAL" clId="{3A25B205-6477-4176-8222-48F14C3A819F}" dt="2026-07-16T18:23:51.963" v="562" actId="1076"/>
          <ac:cxnSpMkLst>
            <pc:docMk/>
            <pc:sldMk cId="586003474" sldId="258"/>
            <ac:cxnSpMk id="7" creationId="{9B8EDA98-8D56-3EFB-C909-E32FF16F878C}"/>
          </ac:cxnSpMkLst>
        </pc:cxnChg>
        <pc:cxnChg chg="add mod">
          <ac:chgData name="Zimanyi, Peter" userId="b5628dcf-16a4-4a0d-8d1f-8f9c0cee21ab" providerId="ADAL" clId="{3A25B205-6477-4176-8222-48F14C3A819F}" dt="2026-07-16T18:17:14.368" v="248" actId="1076"/>
          <ac:cxnSpMkLst>
            <pc:docMk/>
            <pc:sldMk cId="586003474" sldId="258"/>
            <ac:cxnSpMk id="14" creationId="{142D7A75-056D-B223-8FAD-31AE74D2CC74}"/>
          </ac:cxnSpMkLst>
        </pc:cxnChg>
        <pc:cxnChg chg="add mod">
          <ac:chgData name="Zimanyi, Peter" userId="b5628dcf-16a4-4a0d-8d1f-8f9c0cee21ab" providerId="ADAL" clId="{3A25B205-6477-4176-8222-48F14C3A819F}" dt="2026-07-16T18:21:45.345" v="512" actId="1076"/>
          <ac:cxnSpMkLst>
            <pc:docMk/>
            <pc:sldMk cId="586003474" sldId="258"/>
            <ac:cxnSpMk id="16" creationId="{E461E6E3-68CF-E0A3-EB52-19A9470006CD}"/>
          </ac:cxnSpMkLst>
        </pc:cxnChg>
        <pc:cxnChg chg="add mod">
          <ac:chgData name="Zimanyi, Peter" userId="b5628dcf-16a4-4a0d-8d1f-8f9c0cee21ab" providerId="ADAL" clId="{3A25B205-6477-4176-8222-48F14C3A819F}" dt="2026-07-16T18:23:37.698" v="558" actId="1037"/>
          <ac:cxnSpMkLst>
            <pc:docMk/>
            <pc:sldMk cId="586003474" sldId="258"/>
            <ac:cxnSpMk id="33" creationId="{4D68491C-5EBB-0494-C7D6-D495A537A525}"/>
          </ac:cxnSpMkLst>
        </pc:cxnChg>
        <pc:cxnChg chg="add mod">
          <ac:chgData name="Zimanyi, Peter" userId="b5628dcf-16a4-4a0d-8d1f-8f9c0cee21ab" providerId="ADAL" clId="{3A25B205-6477-4176-8222-48F14C3A819F}" dt="2026-07-16T18:24:03.455" v="566" actId="1076"/>
          <ac:cxnSpMkLst>
            <pc:docMk/>
            <pc:sldMk cId="586003474" sldId="258"/>
            <ac:cxnSpMk id="42" creationId="{E167CEB0-9D08-4565-72AE-E53215403AFD}"/>
          </ac:cxnSpMkLst>
        </pc:cxnChg>
        <pc:cxnChg chg="add mod">
          <ac:chgData name="Zimanyi, Peter" userId="b5628dcf-16a4-4a0d-8d1f-8f9c0cee21ab" providerId="ADAL" clId="{3A25B205-6477-4176-8222-48F14C3A819F}" dt="2026-07-16T18:25:48.772" v="646" actId="1076"/>
          <ac:cxnSpMkLst>
            <pc:docMk/>
            <pc:sldMk cId="586003474" sldId="258"/>
            <ac:cxnSpMk id="53" creationId="{69001185-DAA6-1810-116F-63C84906909C}"/>
          </ac:cxnSpMkLst>
        </pc:cxnChg>
      </pc:sldChg>
      <pc:sldChg chg="addSp modSp new mod">
        <pc:chgData name="Zimanyi, Peter" userId="b5628dcf-16a4-4a0d-8d1f-8f9c0cee21ab" providerId="ADAL" clId="{3A25B205-6477-4176-8222-48F14C3A819F}" dt="2026-07-16T18:56:25.733" v="1210" actId="1076"/>
        <pc:sldMkLst>
          <pc:docMk/>
          <pc:sldMk cId="832878221" sldId="259"/>
        </pc:sldMkLst>
        <pc:spChg chg="add mod">
          <ac:chgData name="Zimanyi, Peter" userId="b5628dcf-16a4-4a0d-8d1f-8f9c0cee21ab" providerId="ADAL" clId="{3A25B205-6477-4176-8222-48F14C3A819F}" dt="2026-07-16T18:42:24.477" v="972" actId="1076"/>
          <ac:spMkLst>
            <pc:docMk/>
            <pc:sldMk cId="832878221" sldId="259"/>
            <ac:spMk id="3" creationId="{A79DAD3F-E782-02A9-6309-7854DFE5C858}"/>
          </ac:spMkLst>
        </pc:spChg>
        <pc:spChg chg="add mod">
          <ac:chgData name="Zimanyi, Peter" userId="b5628dcf-16a4-4a0d-8d1f-8f9c0cee21ab" providerId="ADAL" clId="{3A25B205-6477-4176-8222-48F14C3A819F}" dt="2026-07-16T18:43:39.009" v="977" actId="1076"/>
          <ac:spMkLst>
            <pc:docMk/>
            <pc:sldMk cId="832878221" sldId="259"/>
            <ac:spMk id="5" creationId="{17AAD034-AD1D-5ACE-10C0-2348BEE6ED3E}"/>
          </ac:spMkLst>
        </pc:spChg>
        <pc:spChg chg="add mod">
          <ac:chgData name="Zimanyi, Peter" userId="b5628dcf-16a4-4a0d-8d1f-8f9c0cee21ab" providerId="ADAL" clId="{3A25B205-6477-4176-8222-48F14C3A819F}" dt="2026-07-16T18:49:22.908" v="1053" actId="1076"/>
          <ac:spMkLst>
            <pc:docMk/>
            <pc:sldMk cId="832878221" sldId="259"/>
            <ac:spMk id="7" creationId="{68B9306C-871A-5393-33C9-605780320C65}"/>
          </ac:spMkLst>
        </pc:spChg>
        <pc:spChg chg="add mod">
          <ac:chgData name="Zimanyi, Peter" userId="b5628dcf-16a4-4a0d-8d1f-8f9c0cee21ab" providerId="ADAL" clId="{3A25B205-6477-4176-8222-48F14C3A819F}" dt="2026-07-16T18:53:07.314" v="1115" actId="20577"/>
          <ac:spMkLst>
            <pc:docMk/>
            <pc:sldMk cId="832878221" sldId="259"/>
            <ac:spMk id="9" creationId="{1352B226-9280-7E81-8648-B4232016E467}"/>
          </ac:spMkLst>
        </pc:spChg>
        <pc:spChg chg="add mod">
          <ac:chgData name="Zimanyi, Peter" userId="b5628dcf-16a4-4a0d-8d1f-8f9c0cee21ab" providerId="ADAL" clId="{3A25B205-6477-4176-8222-48F14C3A819F}" dt="2026-07-16T18:43:39.009" v="977" actId="1076"/>
          <ac:spMkLst>
            <pc:docMk/>
            <pc:sldMk cId="832878221" sldId="259"/>
            <ac:spMk id="11" creationId="{0126A25F-6A5A-8F0E-9C04-116ED1C759BA}"/>
          </ac:spMkLst>
        </pc:spChg>
        <pc:spChg chg="add mod">
          <ac:chgData name="Zimanyi, Peter" userId="b5628dcf-16a4-4a0d-8d1f-8f9c0cee21ab" providerId="ADAL" clId="{3A25B205-6477-4176-8222-48F14C3A819F}" dt="2026-07-16T18:43:39.009" v="977" actId="1076"/>
          <ac:spMkLst>
            <pc:docMk/>
            <pc:sldMk cId="832878221" sldId="259"/>
            <ac:spMk id="13" creationId="{C7134EF0-FD5C-C1FE-07C7-D3C43171AE53}"/>
          </ac:spMkLst>
        </pc:spChg>
        <pc:spChg chg="add mod">
          <ac:chgData name="Zimanyi, Peter" userId="b5628dcf-16a4-4a0d-8d1f-8f9c0cee21ab" providerId="ADAL" clId="{3A25B205-6477-4176-8222-48F14C3A819F}" dt="2026-07-16T18:44:00.145" v="987" actId="20577"/>
          <ac:spMkLst>
            <pc:docMk/>
            <pc:sldMk cId="832878221" sldId="259"/>
            <ac:spMk id="15" creationId="{5AAC134D-ADA0-FF4A-962F-D61A6E05556C}"/>
          </ac:spMkLst>
        </pc:spChg>
        <pc:spChg chg="add mod">
          <ac:chgData name="Zimanyi, Peter" userId="b5628dcf-16a4-4a0d-8d1f-8f9c0cee21ab" providerId="ADAL" clId="{3A25B205-6477-4176-8222-48F14C3A819F}" dt="2026-07-16T18:54:28.185" v="1157" actId="20577"/>
          <ac:spMkLst>
            <pc:docMk/>
            <pc:sldMk cId="832878221" sldId="259"/>
            <ac:spMk id="17" creationId="{D8D0EA2F-2152-DB5E-36DB-50FA946B5E84}"/>
          </ac:spMkLst>
        </pc:spChg>
        <pc:spChg chg="add mod">
          <ac:chgData name="Zimanyi, Peter" userId="b5628dcf-16a4-4a0d-8d1f-8f9c0cee21ab" providerId="ADAL" clId="{3A25B205-6477-4176-8222-48F14C3A819F}" dt="2026-07-16T18:54:39.036" v="1160" actId="1076"/>
          <ac:spMkLst>
            <pc:docMk/>
            <pc:sldMk cId="832878221" sldId="259"/>
            <ac:spMk id="19" creationId="{47D82544-3147-3CAA-7E64-67CE586BB36C}"/>
          </ac:spMkLst>
        </pc:spChg>
        <pc:spChg chg="add mod">
          <ac:chgData name="Zimanyi, Peter" userId="b5628dcf-16a4-4a0d-8d1f-8f9c0cee21ab" providerId="ADAL" clId="{3A25B205-6477-4176-8222-48F14C3A819F}" dt="2026-07-16T18:49:22.908" v="1053" actId="1076"/>
          <ac:spMkLst>
            <pc:docMk/>
            <pc:sldMk cId="832878221" sldId="259"/>
            <ac:spMk id="21" creationId="{6F23F088-A607-38E6-61BD-8996D812D271}"/>
          </ac:spMkLst>
        </pc:spChg>
        <pc:spChg chg="add mod">
          <ac:chgData name="Zimanyi, Peter" userId="b5628dcf-16a4-4a0d-8d1f-8f9c0cee21ab" providerId="ADAL" clId="{3A25B205-6477-4176-8222-48F14C3A819F}" dt="2026-07-16T18:49:22.908" v="1053" actId="1076"/>
          <ac:spMkLst>
            <pc:docMk/>
            <pc:sldMk cId="832878221" sldId="259"/>
            <ac:spMk id="23" creationId="{AF3D3AA6-9828-144C-0FB9-D9E9F9B49542}"/>
          </ac:spMkLst>
        </pc:spChg>
        <pc:spChg chg="add mod">
          <ac:chgData name="Zimanyi, Peter" userId="b5628dcf-16a4-4a0d-8d1f-8f9c0cee21ab" providerId="ADAL" clId="{3A25B205-6477-4176-8222-48F14C3A819F}" dt="2026-07-16T18:56:25.733" v="1210" actId="1076"/>
          <ac:spMkLst>
            <pc:docMk/>
            <pc:sldMk cId="832878221" sldId="259"/>
            <ac:spMk id="25" creationId="{947BEF18-27E1-C299-C8B8-7DAE02E8149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B13C-3FFE-1D6C-A445-E90E67311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B29C9-998F-9A8E-FA70-99463F6C2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B85AD-7DD0-8B78-85E5-4A5B6DBC5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ABE4C-4E10-FA63-2680-CCFC3FBF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EB5B5-3083-F6B3-DCF5-A51AD9C5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0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F434D-A3B6-681B-3F3F-A129BEB0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47DD-F269-E86A-2E7A-AF1B08C7A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F2241-E4ED-C5A4-5264-6CB087F1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A00BB-CA08-FA76-9359-DB6DA751C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4F98-34F3-2F5A-FE8F-6972B38F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9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A3D0-766B-F38F-8772-68FD9F16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EB9FA-039F-8844-9D63-58254AC9F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EC6DA-3FCF-3EBA-89D1-BD3DFC19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97550-5AC2-C5C1-DDEC-5EC041F53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350C2-ED47-E729-1834-68E179BB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89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EF1A9-E7A3-7EBF-0CD4-17533B9C5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C438-D40C-7767-39CD-2D84CDF94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0E880-DBD7-2578-1D66-A5A76DEDA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CBD71-F7E8-11FA-BD70-78EAAA70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99165-7EAF-67CE-AA5A-BA881060E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23491-EAE1-8A84-B27E-340CE1AE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70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0A2B-1E6C-0103-118C-D51792266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D4A38-B466-696D-839B-E6B639FB4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BBAE6-1037-9064-D2A6-833EC3C4E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EAF85-BC7A-A643-E0DC-2178B5DC8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898E0B-D926-0E23-018F-E58800783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864A2A-DBDF-5AFD-061E-D87D9A51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AA9834-F700-A2BB-FE7C-4E6480D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7BCBE-A278-70AB-3640-DE6A9D141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4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802D-2D3D-44B4-28A2-6377A0AE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F1E239-FE5F-4BD3-F6CB-F862A0D4E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E155B-8877-B0F8-ECE9-53DD8E5E1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A433D-EE25-1E80-43F9-7DB693BA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21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FD00C0-AD34-3C71-7174-3DA2444A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A420D-1F38-63AC-44FA-3D2C462D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3B7E0-EFCF-AEA9-F2CE-FBE5C53C6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26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5AEC-24D8-1D8C-A83E-E7B524F27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D0537-58F4-B3AB-16E6-54C839E9D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B4AC-7BB3-5E94-59D8-5FDF7E643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8BE55-007E-F61B-F4AC-CC6DFD60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055EA-E39A-81D1-B0C7-35AC1E5B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43D3-E303-F53F-04E4-8E85E18E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65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DA40-5875-9457-1A87-A8C62AB9C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C54BAA-CBC3-9605-D1CC-855D21C7E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3216D-BDC6-4D07-9D45-5A5D89888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59B11-80C5-A1EC-6069-DE19E627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00FF0-1A31-59A5-07EB-55EBECA7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74A80F-356F-77A1-C1E3-A4ADAD86F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63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7657-F2F6-DF3B-C665-0DCC97D0C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548A5-5EE3-62B8-9075-CAD5E87C0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4A29C-78AF-20B0-ED99-07F176A07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2FAC-0FBE-521A-EB1F-42064B1C2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D3EE7-BAB4-CB5B-9166-804FA9B2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8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91DD7-9CF3-C20A-ADBA-2DC960A9E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67C355-EE17-ED44-886B-5ACC3F4F8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6BDF7-9B98-99CF-7A1B-CAF418189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379E-A8B4-3E19-BD1F-07A956897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3B3B6-1CDE-71F6-4D09-649BB3A76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06AE1D-685F-D0C3-D49A-AC1A47F14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119C6-A255-35EE-B98A-9C7149770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B5955-3E76-6FD4-8CE3-F8265178B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E980A-B725-454D-A908-80080E1BC02B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C1FCD-9D82-D4A0-0A47-1CB30DFA5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F7127-434C-3B9C-CF79-AC011637C3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CC6F7-0FD7-4860-86A2-FFDC9094B9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7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3B05887-7C7B-B82D-C16C-2B9F62136DA4}"/>
              </a:ext>
            </a:extLst>
          </p:cNvPr>
          <p:cNvCxnSpPr>
            <a:cxnSpLocks/>
          </p:cNvCxnSpPr>
          <p:nvPr/>
        </p:nvCxnSpPr>
        <p:spPr>
          <a:xfrm>
            <a:off x="261593" y="697583"/>
            <a:ext cx="116688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3702C7D-E022-2CE2-E758-2334E84233BB}"/>
              </a:ext>
            </a:extLst>
          </p:cNvPr>
          <p:cNvCxnSpPr/>
          <p:nvPr/>
        </p:nvCxnSpPr>
        <p:spPr>
          <a:xfrm>
            <a:off x="2057817" y="135194"/>
            <a:ext cx="0" cy="5854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8EDA98-8D56-3EFB-C909-E32FF16F878C}"/>
              </a:ext>
            </a:extLst>
          </p:cNvPr>
          <p:cNvCxnSpPr/>
          <p:nvPr/>
        </p:nvCxnSpPr>
        <p:spPr>
          <a:xfrm>
            <a:off x="5267856" y="178951"/>
            <a:ext cx="0" cy="5854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34172A-1EBF-6E30-5631-961692EB2D8C}"/>
              </a:ext>
            </a:extLst>
          </p:cNvPr>
          <p:cNvSpPr txBox="1"/>
          <p:nvPr/>
        </p:nvSpPr>
        <p:spPr>
          <a:xfrm>
            <a:off x="3574745" y="223762"/>
            <a:ext cx="1781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2026-Q3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19A2-E4BE-45E2-0420-627D70C377BC}"/>
              </a:ext>
            </a:extLst>
          </p:cNvPr>
          <p:cNvSpPr txBox="1"/>
          <p:nvPr/>
        </p:nvSpPr>
        <p:spPr>
          <a:xfrm>
            <a:off x="6136190" y="64266"/>
            <a:ext cx="1781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2026-Q4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B6710-DBD3-E590-1F17-0ECF1383E1FA}"/>
              </a:ext>
            </a:extLst>
          </p:cNvPr>
          <p:cNvSpPr txBox="1"/>
          <p:nvPr/>
        </p:nvSpPr>
        <p:spPr>
          <a:xfrm>
            <a:off x="197902" y="80297"/>
            <a:ext cx="17816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NCIS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2D7A75-056D-B223-8FAD-31AE74D2CC74}"/>
              </a:ext>
            </a:extLst>
          </p:cNvPr>
          <p:cNvCxnSpPr>
            <a:cxnSpLocks/>
          </p:cNvCxnSpPr>
          <p:nvPr/>
        </p:nvCxnSpPr>
        <p:spPr>
          <a:xfrm>
            <a:off x="279335" y="2254483"/>
            <a:ext cx="116688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61E6E3-68CF-E0A3-EB52-19A9470006CD}"/>
              </a:ext>
            </a:extLst>
          </p:cNvPr>
          <p:cNvCxnSpPr>
            <a:cxnSpLocks/>
          </p:cNvCxnSpPr>
          <p:nvPr/>
        </p:nvCxnSpPr>
        <p:spPr>
          <a:xfrm>
            <a:off x="367506" y="4130789"/>
            <a:ext cx="116688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C1D5A55-25ED-C14B-2BB9-6FA3D5FEED7A}"/>
              </a:ext>
            </a:extLst>
          </p:cNvPr>
          <p:cNvSpPr txBox="1"/>
          <p:nvPr/>
        </p:nvSpPr>
        <p:spPr>
          <a:xfrm>
            <a:off x="480767" y="1357460"/>
            <a:ext cx="200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AppServ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E8962E-A4AD-C11B-53CB-AAFDC0B3E055}"/>
              </a:ext>
            </a:extLst>
          </p:cNvPr>
          <p:cNvSpPr/>
          <p:nvPr/>
        </p:nvSpPr>
        <p:spPr>
          <a:xfrm>
            <a:off x="2275819" y="865879"/>
            <a:ext cx="1381020" cy="2629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Design (Tommi)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38CDB5-5DAF-FEDF-46BC-50269DCE3F96}"/>
              </a:ext>
            </a:extLst>
          </p:cNvPr>
          <p:cNvSpPr/>
          <p:nvPr/>
        </p:nvSpPr>
        <p:spPr>
          <a:xfrm>
            <a:off x="2280319" y="1382282"/>
            <a:ext cx="2898982" cy="305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Develop</a:t>
            </a: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228EF74C-91AF-685F-7DC3-460D15482C4B}"/>
              </a:ext>
            </a:extLst>
          </p:cNvPr>
          <p:cNvSpPr/>
          <p:nvPr/>
        </p:nvSpPr>
        <p:spPr>
          <a:xfrm>
            <a:off x="2369457" y="-68451"/>
            <a:ext cx="1586753" cy="837629"/>
          </a:xfrm>
          <a:prstGeom prst="wedgeRectCallout">
            <a:avLst>
              <a:gd name="adj1" fmla="val -21398"/>
              <a:gd name="adj2" fmla="val 7106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Back end of July – may need multiple wks. Some requirements not seen.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3A32FA-0CF9-53D7-DD85-05600B638B75}"/>
              </a:ext>
            </a:extLst>
          </p:cNvPr>
          <p:cNvSpPr/>
          <p:nvPr/>
        </p:nvSpPr>
        <p:spPr>
          <a:xfrm>
            <a:off x="5471567" y="1391446"/>
            <a:ext cx="2297060" cy="305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Integration &amp; bugfixing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08BEB5-AA2B-856F-C994-184F0D85CBC4}"/>
              </a:ext>
            </a:extLst>
          </p:cNvPr>
          <p:cNvSpPr txBox="1"/>
          <p:nvPr/>
        </p:nvSpPr>
        <p:spPr>
          <a:xfrm>
            <a:off x="458796" y="2692885"/>
            <a:ext cx="200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DINA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1599BB-28CA-30AA-1527-811EA2CA0FDE}"/>
              </a:ext>
            </a:extLst>
          </p:cNvPr>
          <p:cNvSpPr/>
          <p:nvPr/>
        </p:nvSpPr>
        <p:spPr>
          <a:xfrm>
            <a:off x="2302687" y="2727211"/>
            <a:ext cx="4610667" cy="305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Develop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68491C-5EBB-0494-C7D6-D495A537A525}"/>
              </a:ext>
            </a:extLst>
          </p:cNvPr>
          <p:cNvCxnSpPr/>
          <p:nvPr/>
        </p:nvCxnSpPr>
        <p:spPr>
          <a:xfrm flipV="1">
            <a:off x="2767085" y="1128813"/>
            <a:ext cx="0" cy="15836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A379D5D6-2FD4-E236-D733-DB487013236F}"/>
              </a:ext>
            </a:extLst>
          </p:cNvPr>
          <p:cNvSpPr/>
          <p:nvPr/>
        </p:nvSpPr>
        <p:spPr>
          <a:xfrm>
            <a:off x="5503553" y="3366164"/>
            <a:ext cx="2445796" cy="305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Integration testing</a:t>
            </a:r>
          </a:p>
        </p:txBody>
      </p:sp>
      <p:sp>
        <p:nvSpPr>
          <p:cNvPr id="37" name="Speech Bubble: Rectangle 36">
            <a:extLst>
              <a:ext uri="{FF2B5EF4-FFF2-40B4-BE49-F238E27FC236}">
                <a16:creationId xmlns:a16="http://schemas.microsoft.com/office/drawing/2014/main" id="{747EE414-A1CE-080D-E2D1-82CEC32B294B}"/>
              </a:ext>
            </a:extLst>
          </p:cNvPr>
          <p:cNvSpPr/>
          <p:nvPr/>
        </p:nvSpPr>
        <p:spPr>
          <a:xfrm>
            <a:off x="4182679" y="1767087"/>
            <a:ext cx="1586753" cy="837629"/>
          </a:xfrm>
          <a:prstGeom prst="wedgeRectCallout">
            <a:avLst>
              <a:gd name="adj1" fmla="val -21398"/>
              <a:gd name="adj2" fmla="val 8497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Design dependency</a:t>
            </a:r>
            <a:br>
              <a:rPr lang="en-US" sz="1000">
                <a:solidFill>
                  <a:schemeClr val="tx1"/>
                </a:solidFill>
              </a:rPr>
            </a:br>
            <a:r>
              <a:rPr lang="en-US" sz="1000">
                <a:solidFill>
                  <a:schemeClr val="tx1"/>
                </a:solidFill>
              </a:rPr>
              <a:t>COSEM push API – some parts are missing in system design document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DB333F-F7ED-954B-A4A1-C2800284EFD4}"/>
              </a:ext>
            </a:extLst>
          </p:cNvPr>
          <p:cNvSpPr txBox="1"/>
          <p:nvPr/>
        </p:nvSpPr>
        <p:spPr>
          <a:xfrm>
            <a:off x="392367" y="4569190"/>
            <a:ext cx="2007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E2E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167CEB0-9D08-4565-72AE-E53215403AFD}"/>
              </a:ext>
            </a:extLst>
          </p:cNvPr>
          <p:cNvCxnSpPr/>
          <p:nvPr/>
        </p:nvCxnSpPr>
        <p:spPr>
          <a:xfrm>
            <a:off x="8067085" y="255079"/>
            <a:ext cx="0" cy="5854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F168FA5-707E-F3DA-92E4-3B173BAB579F}"/>
              </a:ext>
            </a:extLst>
          </p:cNvPr>
          <p:cNvSpPr txBox="1"/>
          <p:nvPr/>
        </p:nvSpPr>
        <p:spPr>
          <a:xfrm>
            <a:off x="8270036" y="215549"/>
            <a:ext cx="1781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2027-Q1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A8CE80-AD74-C065-E25A-105C8753DF1E}"/>
              </a:ext>
            </a:extLst>
          </p:cNvPr>
          <p:cNvSpPr/>
          <p:nvPr/>
        </p:nvSpPr>
        <p:spPr>
          <a:xfrm>
            <a:off x="5478319" y="4541976"/>
            <a:ext cx="2500212" cy="305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Environment setup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7FA7E5C-84F0-E70B-BB6D-451190450A73}"/>
              </a:ext>
            </a:extLst>
          </p:cNvPr>
          <p:cNvSpPr/>
          <p:nvPr/>
        </p:nvSpPr>
        <p:spPr>
          <a:xfrm>
            <a:off x="8543365" y="5375516"/>
            <a:ext cx="2203808" cy="305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E2E testing</a:t>
            </a:r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0C047CDB-A1D0-5761-74A0-46A1F148B3C8}"/>
              </a:ext>
            </a:extLst>
          </p:cNvPr>
          <p:cNvSpPr/>
          <p:nvPr/>
        </p:nvSpPr>
        <p:spPr>
          <a:xfrm>
            <a:off x="7273708" y="2623836"/>
            <a:ext cx="1586753" cy="629528"/>
          </a:xfrm>
          <a:prstGeom prst="wedgeRectCallout">
            <a:avLst>
              <a:gd name="adj1" fmla="val -20833"/>
              <a:gd name="adj2" fmla="val 8530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Can’t test w/ meter before AppServ ready</a:t>
            </a: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8DEE1FE8-27E0-ECB2-E62C-27BA65D75BC0}"/>
              </a:ext>
            </a:extLst>
          </p:cNvPr>
          <p:cNvSpPr/>
          <p:nvPr/>
        </p:nvSpPr>
        <p:spPr>
          <a:xfrm>
            <a:off x="5466391" y="450761"/>
            <a:ext cx="1586753" cy="837629"/>
          </a:xfrm>
          <a:prstGeom prst="wedgeRectCallout">
            <a:avLst>
              <a:gd name="adj1" fmla="val -21398"/>
              <a:gd name="adj2" fmla="val 7106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May need more time depending on design work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1F915D0-B8ED-EF36-E2B5-076396D7C7E1}"/>
              </a:ext>
            </a:extLst>
          </p:cNvPr>
          <p:cNvSpPr/>
          <p:nvPr/>
        </p:nvSpPr>
        <p:spPr>
          <a:xfrm>
            <a:off x="7252446" y="4966430"/>
            <a:ext cx="1614955" cy="305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Test plans, etc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9001185-DAA6-1810-116F-63C84906909C}"/>
              </a:ext>
            </a:extLst>
          </p:cNvPr>
          <p:cNvCxnSpPr/>
          <p:nvPr/>
        </p:nvCxnSpPr>
        <p:spPr>
          <a:xfrm>
            <a:off x="10962685" y="248932"/>
            <a:ext cx="0" cy="58540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600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9DAD3F-E782-02A9-6309-7854DFE5C858}"/>
              </a:ext>
            </a:extLst>
          </p:cNvPr>
          <p:cNvSpPr txBox="1"/>
          <p:nvPr/>
        </p:nvSpPr>
        <p:spPr>
          <a:xfrm>
            <a:off x="0" y="236979"/>
            <a:ext cx="3585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NMentity = NCIS </a:t>
            </a:r>
            <a:r>
              <a:rPr lang="en-US" b="1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b="1">
                <a:solidFill>
                  <a:srgbClr val="FF0000"/>
                </a:solidFill>
              </a:rPr>
              <a:t>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AD034-AD1D-5ACE-10C0-2348BEE6ED3E}"/>
              </a:ext>
            </a:extLst>
          </p:cNvPr>
          <p:cNvSpPr txBox="1"/>
          <p:nvPr/>
        </p:nvSpPr>
        <p:spPr>
          <a:xfrm>
            <a:off x="140809" y="3745883"/>
            <a:ext cx="2857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2Hop RF P2P </a:t>
            </a:r>
            <a:r>
              <a:rPr lang="en-US" b="1">
                <a:solidFill>
                  <a:srgbClr val="FF0000"/>
                </a:solidFill>
                <a:sym typeface="Wingdings" panose="05000000000000000000" pitchFamily="2" charset="2"/>
              </a:rPr>
              <a:t> Networks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9306C-871A-5393-33C9-605780320C65}"/>
              </a:ext>
            </a:extLst>
          </p:cNvPr>
          <p:cNvSpPr txBox="1"/>
          <p:nvPr/>
        </p:nvSpPr>
        <p:spPr>
          <a:xfrm>
            <a:off x="-503489" y="6211669"/>
            <a:ext cx="4182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Powermon for HPP</a:t>
            </a:r>
          </a:p>
          <a:p>
            <a:pPr algn="ctr"/>
            <a:r>
              <a:rPr lang="en-US" b="1"/>
              <a:t>(Phyllis)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52B226-9280-7E81-8648-B4232016E467}"/>
              </a:ext>
            </a:extLst>
          </p:cNvPr>
          <p:cNvSpPr txBox="1"/>
          <p:nvPr/>
        </p:nvSpPr>
        <p:spPr>
          <a:xfrm>
            <a:off x="140809" y="1120550"/>
            <a:ext cx="2965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ePON </a:t>
            </a:r>
            <a:r>
              <a:rPr lang="en-US"/>
              <a:t>(variant of Tommi’s)</a:t>
            </a:r>
          </a:p>
          <a:p>
            <a:pPr algn="ctr"/>
            <a:r>
              <a:rPr lang="en-US" b="1"/>
              <a:t>Similar to 3.1.1 R2 HF1</a:t>
            </a:r>
          </a:p>
          <a:p>
            <a:pPr algn="ctr"/>
            <a:r>
              <a:rPr lang="en-US" b="1"/>
              <a:t>Gen5</a:t>
            </a:r>
          </a:p>
          <a:p>
            <a:pPr algn="ctr"/>
            <a:r>
              <a:rPr lang="en-US" b="1"/>
              <a:t>3.1.4 support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6A25F-6A5A-8F0E-9C04-116ED1C759BA}"/>
              </a:ext>
            </a:extLst>
          </p:cNvPr>
          <p:cNvSpPr txBox="1"/>
          <p:nvPr/>
        </p:nvSpPr>
        <p:spPr>
          <a:xfrm>
            <a:off x="3464549" y="3607383"/>
            <a:ext cx="3763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AppServ to develop new API</a:t>
            </a:r>
          </a:p>
          <a:p>
            <a:r>
              <a:rPr lang="en-US" b="1"/>
              <a:t>- Tommi to create the Feature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134EF0-FD5C-C1FE-07C7-D3C43171AE53}"/>
              </a:ext>
            </a:extLst>
          </p:cNvPr>
          <p:cNvSpPr txBox="1"/>
          <p:nvPr/>
        </p:nvSpPr>
        <p:spPr>
          <a:xfrm>
            <a:off x="7556938" y="3607382"/>
            <a:ext cx="376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Assumption: Networks to own E2E testing (Boris?)</a:t>
            </a:r>
          </a:p>
          <a:p>
            <a:r>
              <a:rPr lang="en-US" b="1"/>
              <a:t>- Meeting w/ Boris, Logan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AC134D-ADA0-FF4A-962F-D61A6E05556C}"/>
              </a:ext>
            </a:extLst>
          </p:cNvPr>
          <p:cNvSpPr txBox="1"/>
          <p:nvPr/>
        </p:nvSpPr>
        <p:spPr>
          <a:xfrm>
            <a:off x="3585882" y="1120550"/>
            <a:ext cx="2965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AppServ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0EA2F-2152-DB5E-36DB-50FA946B5E84}"/>
              </a:ext>
            </a:extLst>
          </p:cNvPr>
          <p:cNvSpPr txBox="1"/>
          <p:nvPr/>
        </p:nvSpPr>
        <p:spPr>
          <a:xfrm>
            <a:off x="7556938" y="1120550"/>
            <a:ext cx="2277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Dev Team QA (E2E)</a:t>
            </a:r>
          </a:p>
          <a:p>
            <a:r>
              <a:rPr lang="en-US" b="1"/>
              <a:t>PAC only?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D82544-3147-3CAA-7E64-67CE586BB36C}"/>
              </a:ext>
            </a:extLst>
          </p:cNvPr>
          <p:cNvSpPr txBox="1"/>
          <p:nvPr/>
        </p:nvSpPr>
        <p:spPr>
          <a:xfrm>
            <a:off x="10416988" y="1120549"/>
            <a:ext cx="162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Coexistence / ?Scale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23F088-A607-38E6-61BD-8996D812D271}"/>
              </a:ext>
            </a:extLst>
          </p:cNvPr>
          <p:cNvSpPr txBox="1"/>
          <p:nvPr/>
        </p:nvSpPr>
        <p:spPr>
          <a:xfrm>
            <a:off x="7637621" y="5845930"/>
            <a:ext cx="3763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Assumption: Networks to own E2E testing (Boris?)</a:t>
            </a:r>
          </a:p>
          <a:p>
            <a:r>
              <a:rPr lang="en-US" b="1"/>
              <a:t>- Meeting w/ Boris, Logan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3D3AA6-9828-144C-0FB9-D9E9F9B49542}"/>
              </a:ext>
            </a:extLst>
          </p:cNvPr>
          <p:cNvSpPr txBox="1"/>
          <p:nvPr/>
        </p:nvSpPr>
        <p:spPr>
          <a:xfrm>
            <a:off x="3995092" y="6238601"/>
            <a:ext cx="2118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FW team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7BEF18-27E1-C299-C8B8-7DAE02E8149A}"/>
              </a:ext>
            </a:extLst>
          </p:cNvPr>
          <p:cNvSpPr txBox="1"/>
          <p:nvPr/>
        </p:nvSpPr>
        <p:spPr>
          <a:xfrm>
            <a:off x="6941000" y="174226"/>
            <a:ext cx="5098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Jason, Summer, Rodneey, Terrence, Peter</a:t>
            </a:r>
          </a:p>
        </p:txBody>
      </p:sp>
    </p:spTree>
    <p:extLst>
      <p:ext uri="{BB962C8B-B14F-4D97-AF65-F5344CB8AC3E}">
        <p14:creationId xmlns:p14="http://schemas.microsoft.com/office/powerpoint/2010/main" val="832878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974fa5a-ade0-44e4-85ca-ecf9ffe0a52a}" enabled="1" method="Privileged" siteId="{5818bd20-bf25-47b1-b996-d419d7e6e8b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</Words>
  <Application>Microsoft Office PowerPoint</Application>
  <PresentationFormat>Widescreen</PresentationFormat>
  <Paragraphs>39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Zimanyi, Peter</dc:creator>
  <cp:lastModifiedBy>Zimanyi, Peter</cp:lastModifiedBy>
  <cp:revision>2</cp:revision>
  <dcterms:created xsi:type="dcterms:W3CDTF">2026-07-16T18:11:55Z</dcterms:created>
  <dcterms:modified xsi:type="dcterms:W3CDTF">2026-07-17T13:23:56Z</dcterms:modified>
</cp:coreProperties>
</file>